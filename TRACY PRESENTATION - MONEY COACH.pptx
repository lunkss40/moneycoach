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fpvsHVSjijVU9dnt4N8zSrRMw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customschemas.google.com/relationships/presentationmetadata" Target="meta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73e49c68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73e49c6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973e49c68b_0_485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1" name="Google Shape;11;g3973e49c68b_0_48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973e49c68b_0_48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973e49c68b_0_48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973e49c68b_0_48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973e49c68b_0_48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973e49c68b_0_485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973e49c68b_0_485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3973e49c68b_0_48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973e49c68b_0_495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1" name="Google Shape;21;g3973e49c68b_0_49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973e49c68b_0_49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973e49c68b_0_49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973e49c68b_0_49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973e49c68b_0_49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g3973e49c68b_0_495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g3973e49c68b_0_49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g3973e49c68b_0_504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0" name="Google Shape;30;g3973e49c68b_0_50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973e49c68b_0_50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973e49c68b_0_50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973e49c68b_0_50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973e49c68b_0_50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g3973e49c68b_0_50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6" name="Google Shape;36;g3973e49c68b_0_504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7" name="Google Shape;37;g3973e49c68b_0_50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973e49c68b_0_51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g3973e49c68b_0_514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1" name="Google Shape;41;g3973e49c68b_0_514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973e49c68b_0_51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73e49c68b_0_51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5" name="Google Shape;45;g3973e49c68b_0_51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73e49c68b_0_522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8" name="Google Shape;48;g3973e49c68b_0_522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" name="Google Shape;49;g3973e49c68b_0_52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g3973e49c68b_0_526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2" name="Google Shape;52;g3973e49c68b_0_52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g3973e49c68b_0_52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g3973e49c68b_0_52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973e49c68b_0_52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g3973e49c68b_0_52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g3973e49c68b_0_526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g3973e49c68b_0_52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73e49c68b_0_535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g3973e49c68b_0_535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g3973e49c68b_0_535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3" name="Google Shape;63;g3973e49c68b_0_535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g3973e49c68b_0_535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g3973e49c68b_0_53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73e49c68b_0_542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8" name="Google Shape;68;g3973e49c68b_0_54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973e49c68b_0_545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1" name="Google Shape;71;g3973e49c68b_0_54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973e49c68b_0_54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973e49c68b_0_54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973e49c68b_0_54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973e49c68b_0_54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g3973e49c68b_0_545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g3973e49c68b_0_545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g3973e49c68b_0_54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3e49c68b_0_55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73e49c68b_0_557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3" name="Google Shape;83;g3973e49c68b_0_557"/>
          <p:cNvSpPr txBox="1"/>
          <p:nvPr>
            <p:ph idx="1" type="body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84" name="Google Shape;84;g3973e49c68b_0_557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973e49c68b_0_557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973e49c68b_0_557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73e49c68b_0_48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3973e49c68b_0_481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73e49c68b_0_48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n-US"/>
              <a:t>Money Coach- Student Budgeting App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/>
              <a:t>By Tracy Kajuju (Group Ryan)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Introduction and Project Overview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77275" y="1445175"/>
            <a:ext cx="85968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Money Coach is a student expense tracker built to help university students manage budgets and develop better financial habits.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Core goal: Make financial tracking engaging rather than tedious through visual feedback, real-time insights, and intuitive design.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The app targets students who may have little experience managing personal budgets independently.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My contributions: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Char char="●"/>
            </a:pPr>
            <a:r>
              <a:rPr lang="en-US"/>
              <a:t>Budget Overview Dashboard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Char char="●"/>
            </a:pPr>
            <a:r>
              <a:rPr lang="en-US"/>
              <a:t>Category Tracking System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Char char="●"/>
            </a:pPr>
            <a:r>
              <a:rPr lang="en-US"/>
              <a:t>Recent Transactions Feed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Char char="●"/>
            </a:pPr>
            <a:r>
              <a:rPr lang="en-US"/>
              <a:t>Panic Button Feature</a:t>
            </a:r>
            <a:endParaRPr/>
          </a:p>
          <a:p>
            <a:pPr indent="-251460" lvl="0" marL="342900" rtl="0" algn="l">
              <a:spcBef>
                <a:spcPts val="120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Foundational Studies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341575" y="1234975"/>
            <a:ext cx="9827100" cy="53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Design research: studied existing budgeting apps(Monzo, YNAB, Plum) to understand what visual styles </a:t>
            </a:r>
            <a:r>
              <a:rPr lang="en-US" sz="2400"/>
              <a:t>resonate</a:t>
            </a:r>
            <a:r>
              <a:rPr lang="en-US" sz="2400"/>
              <a:t> with young users.</a:t>
            </a:r>
            <a:endParaRPr sz="2400"/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Identified that students respond better to friendly, colourful interfaces rather than corporate finance aesthetics.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The dashboard prioritizes visual hierarchy—the most critical information (remaining budget) is prominently displayed with color coding    (green = healthy, red = warning).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/>
              <a:t> Category cards use progress bars rather than just numbers, making it     easier for users to intuitively grasp their spending status without   doing mental math.</a:t>
            </a:r>
            <a:endParaRPr sz="2400"/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Attribute Study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677325" y="1287525"/>
            <a:ext cx="8596800" cy="50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10769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10769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/>
              <a:t>Budget Overview Dashboard</a:t>
            </a:r>
            <a:endParaRPr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rPr lang="en-US"/>
              <a:t>Central hub displaying total budget, amount spent, and remaining balance</a:t>
            </a:r>
            <a:endParaRPr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rPr lang="en-US"/>
              <a:t>wit</a:t>
            </a:r>
            <a:r>
              <a:rPr lang="en-US"/>
              <a:t>h </a:t>
            </a:r>
            <a:r>
              <a:rPr lang="en-US"/>
              <a:t>a visual progress bar. Includes a friendly "Coach says" notification system </a:t>
            </a:r>
            <a:endParaRPr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rPr lang="en-US"/>
              <a:t>that gives casual, relatable spending advice.</a:t>
            </a:r>
            <a:endParaRPr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rPr lang="en-US"/>
              <a:t>Category Tracking System</a:t>
            </a:r>
            <a:endParaRPr/>
          </a:p>
          <a:p>
            <a:pPr indent="0" lvl="0" marL="84582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rPr lang="en-US"/>
              <a:t>Four spending categories each with individual budgets and progress bars. The Shopping category includes a "HIGH!" warning indicator when approaching budget limits, helping users identify problem areas at a glance.</a:t>
            </a:r>
            <a:endParaRPr/>
          </a:p>
          <a:p>
            <a:pPr indent="0" lvl="0" marL="84582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rPr lang="en-US"/>
              <a:t>Quick Stats Panel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rPr lang="en-US"/>
              <a:t>Displays key metrics in an easy-to-scan format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73e49c68b_0_30"/>
          <p:cNvSpPr txBox="1"/>
          <p:nvPr>
            <p:ph idx="1" type="body"/>
          </p:nvPr>
        </p:nvSpPr>
        <p:spPr>
          <a:xfrm>
            <a:off x="545959" y="873064"/>
            <a:ext cx="85968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Arial"/>
              <a:buNone/>
            </a:pPr>
            <a:r>
              <a:rPr lang="en-US"/>
              <a:t>Recent Transactions Feed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Arial"/>
              <a:buNone/>
            </a:pPr>
            <a:r>
              <a:rPr lang="en-US"/>
              <a:t>Chronological list of recent activity showing transaction name, timestamp, and amount. Color-coded for clarity—expenses in red, income in green.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Panic Button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Emergency feature for students in financial distress—provides quick access to support resources or emergency budget tools.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Ethics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420425" y="1366350"/>
            <a:ext cx="8853600" cy="46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Financial data is sensitive—the app must handle user spending data securely and not expose it to third parties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The Panic Button was designed thoughtfully—financial stress is real for students, and quick access to support matters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Warning indicators (like "HIGH!") are informative, not punishing—they highlight patterns without shaming users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Gamification elements (the B+ score) reward progress rather than creating anxiety about perfection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Accessibility considered: Color is not the only indicator—text labels and percentages accompany all visual elements</a:t>
            </a:r>
            <a:endParaRPr/>
          </a:p>
          <a:p>
            <a:pPr indent="-258318" lvl="0" marL="342900" rtl="0" algn="l"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Self Examination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446700" y="1418900"/>
            <a:ext cx="9354300" cy="49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Taking ownership of the core dashboard features taught me how to balance information density with usability—showing enough data to be useful without overwhelming first-time users.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The category tracking system required careful thought about visual design. Choosing when to show warnings (the "HIGH!" badge) versus letting users discover overspending themselves was a harder UX decision than expected.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The "Coach says" feature was my favorite to design—translating spending data into friendly, non-judgmental languagethat students would actually want to read.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I learned that small details matter: the green color for income vs. red for expenses, the casual tone of notifications, the placement of the Panic Button—all affect how users feel about managing their money.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/>
              <a:t>Most valuable lesson: A budgeting app isn't just about tracking numbers—it's about making users feel capable and in control.</a:t>
            </a:r>
            <a:endParaRPr sz="2400"/>
          </a:p>
          <a:p>
            <a:pPr indent="-239268" lvl="0" marL="342900" rtl="0" algn="l">
              <a:spcBef>
                <a:spcPts val="12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677325" y="1392625"/>
            <a:ext cx="8860800" cy="46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5833"/>
              <a:buNone/>
            </a:pPr>
            <a:r>
              <a:rPr lang="en-US"/>
              <a:t>Money Coach successfully combines practical budgeting tools with visual engagement to make finance management accessible to students.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5833"/>
              <a:buNone/>
            </a:pPr>
            <a:r>
              <a:rPr lang="en-US"/>
              <a:t>My features—Dashboard, Categories, Transactions, and Panic Button—work together to give users a complete picture of their financial health at a glance.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5833"/>
              <a:buNone/>
            </a:pPr>
            <a:r>
              <a:rPr lang="en-US"/>
              <a:t>The project demonstrated that good design is as much about psychology and user experience as it is about code and functionality.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60000"/>
              <a:buNone/>
            </a:pPr>
            <a:r>
              <a:rPr lang="en-US"/>
              <a:t>Overall, a rewarding team project—I grew as both a developer and a designer</a:t>
            </a:r>
            <a:r>
              <a:rPr lang="en-US"/>
              <a:t> </a:t>
            </a:r>
            <a:r>
              <a:rPr lang="en-US"/>
              <a:t>through the process.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2026-04-13T00:33:30Z</dcterms:created>
  <dc:creator>kate nalunkuuma</dc:creator>
</cp:coreProperties>
</file>